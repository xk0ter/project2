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02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62644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66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62023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06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00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920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77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910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2545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538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33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1F487A6-383B-4181-ACA1-748CED9959E3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242C21D-CB21-4913-9CA0-82C47E72E61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9494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4DD29-E85A-6D6F-F58E-807A2C195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Телеграм бот для погоды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A78612-8240-1E7F-EAFE-CD24C450BB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7145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0CBF51-AD43-85D7-9ED7-A3AF96AFE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E2D84A-85F0-D7B9-AAA1-561E10A83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При выборе города выводит </a:t>
            </a:r>
          </a:p>
          <a:p>
            <a:r>
              <a:rPr lang="ru-RU" sz="2800" dirty="0"/>
              <a:t>температуру </a:t>
            </a:r>
          </a:p>
          <a:p>
            <a:r>
              <a:rPr lang="ru-RU" sz="2800" dirty="0"/>
              <a:t>Как ощущается</a:t>
            </a:r>
          </a:p>
          <a:p>
            <a:r>
              <a:rPr lang="ru-RU" sz="2800" dirty="0"/>
              <a:t>Погода</a:t>
            </a:r>
          </a:p>
          <a:p>
            <a:r>
              <a:rPr lang="ru-RU" sz="2800" dirty="0"/>
              <a:t>Влажность </a:t>
            </a:r>
          </a:p>
          <a:p>
            <a:r>
              <a:rPr lang="ru-RU" sz="2800" dirty="0"/>
              <a:t>Скорость ветра </a:t>
            </a:r>
          </a:p>
        </p:txBody>
      </p:sp>
    </p:spTree>
    <p:extLst>
      <p:ext uri="{BB962C8B-B14F-4D97-AF65-F5344CB8AC3E}">
        <p14:creationId xmlns:p14="http://schemas.microsoft.com/office/powerpoint/2010/main" val="34108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BD8B7-3BFD-A6C7-F607-0A3C5CB4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был сделан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556DE3-7F1B-C7B4-8D48-EFAACC4C7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Бот был написан на языке </a:t>
            </a:r>
            <a:r>
              <a:rPr lang="en-US" dirty="0"/>
              <a:t>python </a:t>
            </a:r>
            <a:r>
              <a:rPr lang="ru-RU" dirty="0"/>
              <a:t> с использованием  библиотек </a:t>
            </a:r>
          </a:p>
          <a:p>
            <a:r>
              <a:rPr lang="en-US" dirty="0"/>
              <a:t>requests</a:t>
            </a:r>
            <a:r>
              <a:rPr lang="ru-RU" dirty="0"/>
              <a:t> </a:t>
            </a:r>
            <a:br>
              <a:rPr lang="en-US" dirty="0"/>
            </a:br>
            <a:r>
              <a:rPr lang="en-US" dirty="0" err="1"/>
              <a:t>telebot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0122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73969-4130-08E4-9C1A-1BDE5C80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0CA97E-352B-085B-D904-A7C48664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узнать погоду и ее подробности в любом городе мира </a:t>
            </a:r>
          </a:p>
        </p:txBody>
      </p:sp>
    </p:spTree>
    <p:extLst>
      <p:ext uri="{BB962C8B-B14F-4D97-AF65-F5344CB8AC3E}">
        <p14:creationId xmlns:p14="http://schemas.microsoft.com/office/powerpoint/2010/main" val="4171002046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17</TotalTime>
  <Words>43</Words>
  <Application>Microsoft Office PowerPoint</Application>
  <PresentationFormat>Широкоэкранный</PresentationFormat>
  <Paragraphs>13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Franklin Gothic Book</vt:lpstr>
      <vt:lpstr>Уголки</vt:lpstr>
      <vt:lpstr>Телеграм бот для погоды</vt:lpstr>
      <vt:lpstr>функционал</vt:lpstr>
      <vt:lpstr>Как был сделан</vt:lpstr>
      <vt:lpstr>Итоги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Корнаков</dc:creator>
  <cp:lastModifiedBy>Алексей Корнаков</cp:lastModifiedBy>
  <cp:revision>1</cp:revision>
  <dcterms:created xsi:type="dcterms:W3CDTF">2026-06-19T01:29:54Z</dcterms:created>
  <dcterms:modified xsi:type="dcterms:W3CDTF">2026-06-19T01:47:18Z</dcterms:modified>
</cp:coreProperties>
</file>